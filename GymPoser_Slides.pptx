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who we are and the one-line idea. Affordable device that checks squat form in real time using only a camera and a Raspberry 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objectives. Emphasise the on-device constraint: no cloud, all processing on the Pi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technical slide. Walk through the three angles, then the s1/s2/s3 states and what a valid rep looks like.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list and the data pipeline. Stress the OS lesson: must be 64-bit Bookworm, not Trixie.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calm and confident. Frame the SD-card failure as a lesson learned, not an apology. Pivot quickly to next steps and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297680" cy="2670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515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05156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BONEJAMS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554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GymPoser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Squat Form Checker on Raspberry Pi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squat posture analysis using MediaPipe Pose and a Camera Module v3 — fully on-device, no cloud.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Thanh Tai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Hoang Anh Duy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Viet Bach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GymPoser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squat form risks knee and back injury, and most people train without a coach. GymPoser watches your form from a side-view camera and gives instant feedback.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7860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slides/img/ic_c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6148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542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57400" y="29992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body landmarks from one side-view camera, in real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22860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57860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/home/claude/slides/img/ic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61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542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squat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43800" y="299923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machine tracks each phase of the movement.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5312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/home/claude/slides/img/ic_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3600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4165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judge reps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57400" y="487375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correct reps from incorrect ones.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41605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453128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/home/claude/slides/img/ic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3600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41655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the edge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43800" y="487375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a Raspberry Pi 4 — no internet needed.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joint angles, measured against the vertical, drive a three-state machine.</a:t>
            </a:r>
            <a:endParaRPr lang="en-US" sz="1500" dirty="0"/>
          </a:p>
        </p:txBody>
      </p:sp>
      <p:pic>
        <p:nvPicPr>
          <p:cNvPr id="4" name="Image 0" descr="/home/claude/slides/img/ang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639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Squat finite-state machine</a:t>
            </a:r>
            <a:endParaRPr lang="en-US" sz="1600" dirty="0"/>
          </a:p>
        </p:txBody>
      </p:sp>
      <p:pic>
        <p:nvPicPr>
          <p:cNvPr id="6" name="Image 1" descr="/home/claude/slides/img/st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5212080" cy="1591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rep = </a:t>
            </a:r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s2 → s3 → s2 → s1</a:t>
            </a:r>
            <a:pPr indent="0" marL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performed without a form error.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675120" y="42519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feedback at the bottom of the squat: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too far forward  ·  knees past the toes  ·  not deep enough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Platform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600" dirty="0"/>
          </a:p>
        </p:txBody>
      </p:sp>
      <p:pic>
        <p:nvPicPr>
          <p:cNvPr id="4" name="Image 0" descr="/home/claude/slides/img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8503920" cy="1883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Generates the form feedback and the correct / incorrect rep count.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/home/claude/slides/img/ic_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06240"/>
            <a:ext cx="566928" cy="5669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41788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model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429000" y="39776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/home/claude/slides/img/ic_c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206240"/>
            <a:ext cx="566928" cy="56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0" y="41788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 v3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65760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IMX708 sensor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17920" y="39776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/home/claude/slides/img/ic_s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206240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0" y="41788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 microSD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44652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/ A1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006840" y="39776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/home/claude/slides/img/ic_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4206240"/>
            <a:ext cx="566928" cy="5669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921240" y="41788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/ 3A power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923544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heat sink / fan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189720" y="1417320"/>
            <a:ext cx="2377440" cy="1883664"/>
          </a:xfrm>
          <a:prstGeom prst="roundRect">
            <a:avLst>
              <a:gd name="adj" fmla="val 5825"/>
            </a:avLst>
          </a:prstGeom>
          <a:solidFill>
            <a:srgbClr val="FDEFE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9372600" y="160020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requirement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needs 64-bit Bookworm. The newer Trixie (Python 3.13) is not yet supported.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Project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hurdles we solved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compatibility — re-imaged to 64-bit Bookworm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SSH access set up over a phone hotspot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 between Pi and laptop diagnosed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traced to power / thermal throttling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325880"/>
            <a:ext cx="5120640" cy="2788920"/>
          </a:xfrm>
          <a:prstGeom prst="roundRect">
            <a:avLst>
              <a:gd name="adj" fmla="val 4590"/>
            </a:avLst>
          </a:prstGeom>
          <a:solidFill>
            <a:srgbClr val="16263A"/>
          </a:solidFill>
          <a:ln w="19050">
            <a:solidFill>
              <a:srgbClr val="F25F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slides/img/ic_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002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hardware failure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720840" y="233172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was complete and ready. Shortly before this talk, the Pi’s microSD card became corrupted — the OS stopped responding and the screen went black.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repeated power interruptions during testing damaged the card — a hardware fault, not a logic flaw.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4617720"/>
            <a:ext cx="10789920" cy="1417320"/>
          </a:xfrm>
          <a:prstGeom prst="roundRect">
            <a:avLst>
              <a:gd name="adj" fmla="val 7742"/>
            </a:avLst>
          </a:prstGeom>
          <a:solidFill>
            <a:srgbClr val="1626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&amp; next steps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13892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power and graceful shutdown matter as much as good code.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E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restore the device, stream annotated video to a laptop, and extend to more exercises. Full design and methodology are documented in our report.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GymPoser</dc:title>
  <dc:subject>PptxGenJS Presentation</dc:subject>
  <dc:creator>Team BoneJams</dc:creator>
  <cp:lastModifiedBy>Team BoneJams</cp:lastModifiedBy>
  <cp:revision>1</cp:revision>
  <dcterms:created xsi:type="dcterms:W3CDTF">2026-06-22T04:39:08Z</dcterms:created>
  <dcterms:modified xsi:type="dcterms:W3CDTF">2026-06-22T04:39:08Z</dcterms:modified>
</cp:coreProperties>
</file>